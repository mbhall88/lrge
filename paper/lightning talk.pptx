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49"/>
    <p:restoredTop sz="94680"/>
  </p:normalViewPr>
  <p:slideViewPr>
    <p:cSldViewPr snapToGrid="0">
      <p:cViewPr varScale="1">
        <p:scale>
          <a:sx n="272" d="100"/>
          <a:sy n="272" d="100"/>
        </p:scale>
        <p:origin x="216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ADBC0-180A-774C-852A-1E2CF1AF4D35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C3F2B-E5F5-9243-9853-24B9A7387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681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ADBC0-180A-774C-852A-1E2CF1AF4D35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C3F2B-E5F5-9243-9853-24B9A7387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041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ADBC0-180A-774C-852A-1E2CF1AF4D35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C3F2B-E5F5-9243-9853-24B9A7387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6104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8"/>
            <a:ext cx="3886200" cy="326350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8"/>
            <a:ext cx="3886200" cy="326350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ADBC0-180A-774C-852A-1E2CF1AF4D35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C3F2B-E5F5-9243-9853-24B9A7387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340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ADBC0-180A-774C-852A-1E2CF1AF4D35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C3F2B-E5F5-9243-9853-24B9A7387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40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ADBC0-180A-774C-852A-1E2CF1AF4D35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C3F2B-E5F5-9243-9853-24B9A7387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004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ADBC0-180A-774C-852A-1E2CF1AF4D35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C3F2B-E5F5-9243-9853-24B9A7387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888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ADBC0-180A-774C-852A-1E2CF1AF4D35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C3F2B-E5F5-9243-9853-24B9A7387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347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ADBC0-180A-774C-852A-1E2CF1AF4D35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C3F2B-E5F5-9243-9853-24B9A7387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236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ADBC0-180A-774C-852A-1E2CF1AF4D35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C3F2B-E5F5-9243-9853-24B9A7387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0184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3"/>
            <a:ext cx="1971675" cy="4358879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3"/>
            <a:ext cx="5800725" cy="435887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ADBC0-180A-774C-852A-1E2CF1AF4D35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C3F2B-E5F5-9243-9853-24B9A7387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928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BADBC0-180A-774C-852A-1E2CF1AF4D35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CC3F2B-E5F5-9243-9853-24B9A7387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07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4BB24-29F2-946D-3493-F71E49F186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09093" y="56"/>
            <a:ext cx="3152335" cy="991716"/>
          </a:xfrm>
        </p:spPr>
        <p:txBody>
          <a:bodyPr>
            <a:normAutofit/>
          </a:bodyPr>
          <a:lstStyle/>
          <a:p>
            <a:r>
              <a:rPr lang="en-US" sz="5400" dirty="0"/>
              <a:t>Poster 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C16FA4-0052-BBB1-EFDE-4A5CA27FC2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7808" y="941394"/>
            <a:ext cx="6858000" cy="1241822"/>
          </a:xfrm>
        </p:spPr>
        <p:txBody>
          <a:bodyPr>
            <a:normAutofit/>
          </a:bodyPr>
          <a:lstStyle/>
          <a:p>
            <a:r>
              <a:rPr lang="en-US" sz="2400" dirty="0"/>
              <a:t>Michael Hall</a:t>
            </a:r>
          </a:p>
        </p:txBody>
      </p:sp>
      <p:pic>
        <p:nvPicPr>
          <p:cNvPr id="5" name="Picture 4" descr="A qr code with black squares&#10;&#10;AI-generated content may be incorrect.">
            <a:extLst>
              <a:ext uri="{FF2B5EF4-FFF2-40B4-BE49-F238E27FC236}">
                <a16:creationId xmlns:a16="http://schemas.microsoft.com/office/drawing/2014/main" id="{763DBD4C-B95B-1787-FA30-64351EDC5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983545" cy="1983545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475CA274-EF29-C970-9BC8-CF032C89B9C1}"/>
              </a:ext>
            </a:extLst>
          </p:cNvPr>
          <p:cNvGrpSpPr/>
          <p:nvPr/>
        </p:nvGrpSpPr>
        <p:grpSpPr>
          <a:xfrm>
            <a:off x="712371" y="1933111"/>
            <a:ext cx="7832539" cy="3073940"/>
            <a:chOff x="1045699" y="2183216"/>
            <a:chExt cx="7127631" cy="2711223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D7D97332-3AE5-8E1F-30F6-ED44E994260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45699" y="2183216"/>
              <a:ext cx="7127631" cy="27112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A number of Tmesipteris oblanceolata ferns growing amongst dead leaves.">
              <a:extLst>
                <a:ext uri="{FF2B5EF4-FFF2-40B4-BE49-F238E27FC236}">
                  <a16:creationId xmlns:a16="http://schemas.microsoft.com/office/drawing/2014/main" id="{1EBF87E8-3814-382C-6D70-1CCF360D78F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48628" y="2996979"/>
              <a:ext cx="1004737" cy="6694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 descr="A diptych showing cells engineered with and without added genes.">
              <a:extLst>
                <a:ext uri="{FF2B5EF4-FFF2-40B4-BE49-F238E27FC236}">
                  <a16:creationId xmlns:a16="http://schemas.microsoft.com/office/drawing/2014/main" id="{91A5DB1F-CD32-6637-E757-4D6D69D7247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203"/>
            <a:stretch>
              <a:fillRect/>
            </a:stretch>
          </p:blipFill>
          <p:spPr bwMode="auto">
            <a:xfrm>
              <a:off x="2677551" y="4141146"/>
              <a:ext cx="339399" cy="3833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151545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</Words>
  <Application>Microsoft Macintosh PowerPoint</Application>
  <PresentationFormat>On-screen Show (16:9)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Poster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Hall</dc:creator>
  <cp:lastModifiedBy>Michael Hall</cp:lastModifiedBy>
  <cp:revision>1</cp:revision>
  <dcterms:created xsi:type="dcterms:W3CDTF">2025-11-18T03:38:02Z</dcterms:created>
  <dcterms:modified xsi:type="dcterms:W3CDTF">2025-11-18T06:49:03Z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f488380-630a-4f55-a077-a19445e3f360_Enabled">
    <vt:lpwstr>true</vt:lpwstr>
  </property>
  <property fmtid="{D5CDD505-2E9C-101B-9397-08002B2CF9AE}" pid="3" name="MSIP_Label_0f488380-630a-4f55-a077-a19445e3f360_SetDate">
    <vt:lpwstr>2025-11-18T06:49:03Z</vt:lpwstr>
  </property>
  <property fmtid="{D5CDD505-2E9C-101B-9397-08002B2CF9AE}" pid="4" name="MSIP_Label_0f488380-630a-4f55-a077-a19445e3f360_Method">
    <vt:lpwstr>Standard</vt:lpwstr>
  </property>
  <property fmtid="{D5CDD505-2E9C-101B-9397-08002B2CF9AE}" pid="5" name="MSIP_Label_0f488380-630a-4f55-a077-a19445e3f360_Name">
    <vt:lpwstr>OFFICIAL - INTERNAL</vt:lpwstr>
  </property>
  <property fmtid="{D5CDD505-2E9C-101B-9397-08002B2CF9AE}" pid="6" name="MSIP_Label_0f488380-630a-4f55-a077-a19445e3f360_SiteId">
    <vt:lpwstr>b6e377cf-9db3-46cb-91a2-fad9605bb15c</vt:lpwstr>
  </property>
  <property fmtid="{D5CDD505-2E9C-101B-9397-08002B2CF9AE}" pid="7" name="MSIP_Label_0f488380-630a-4f55-a077-a19445e3f360_ActionId">
    <vt:lpwstr>768078a9-191e-4949-95c1-727b825be8c0</vt:lpwstr>
  </property>
  <property fmtid="{D5CDD505-2E9C-101B-9397-08002B2CF9AE}" pid="8" name="MSIP_Label_0f488380-630a-4f55-a077-a19445e3f360_ContentBits">
    <vt:lpwstr>0</vt:lpwstr>
  </property>
  <property fmtid="{D5CDD505-2E9C-101B-9397-08002B2CF9AE}" pid="9" name="MSIP_Label_0f488380-630a-4f55-a077-a19445e3f360_Tag">
    <vt:lpwstr>50, 3, 0, 1</vt:lpwstr>
  </property>
</Properties>
</file>